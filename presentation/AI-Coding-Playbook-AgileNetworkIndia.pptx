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0080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A73E8"/>
                </a:solidFill>
                <a:latin typeface="Arial"/>
              </a:rPr>
              <a:t>THE AI CODING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5200" b="1" i="0">
                <a:solidFill>
                  <a:srgbClr val="FFFFFF"/>
                </a:solidFill>
                <a:latin typeface="Arial"/>
              </a:rPr>
              <a:t>From Typing to Briefing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2600" b="0" i="0">
                <a:solidFill>
                  <a:srgbClr val="C8CCD4"/>
                </a:solidFill>
                <a:latin typeface="Arial"/>
              </a:rPr>
              <a:t>A practitioner's mental model for agentic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14800"/>
            <a:ext cx="164592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315968"/>
            <a:ext cx="1050919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Vikas Mishra</a:t>
            </a:r>
          </a:p>
          <a:p>
            <a:pPr>
              <a:spcBef>
                <a:spcPts val="200"/>
              </a:spcBef>
            </a:pPr>
            <a:r>
              <a:rPr sz="1500" b="0" i="0">
                <a:solidFill>
                  <a:srgbClr val="C8CCD4"/>
                </a:solidFill>
                <a:latin typeface="Arial"/>
              </a:rPr>
              <a:t>Platform &amp; AI Architect, Google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A73E8"/>
                </a:solidFill>
                <a:latin typeface="Arial"/>
              </a:rPr>
              <a:t>vikasmishra.ai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A73E8"/>
                </a:solidFill>
                <a:latin typeface="Arial"/>
              </a:rPr>
              <a:t>Agile Network India  ·  Bangalore  ·  18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Why this talk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Most writing about “AI coding” is one of three things — and none survive a real codebase: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A marketing page for a tool you already know exists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A three-minute demo that falls apart on a real repo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A tutorial from six months ago — ancient, in this space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This talk is the reference I wished existed: concepts first, tool recipes second.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Drawn from actually running agents against real codebases — not transcripts of someone else’s tutorial.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Concepts stay. Realizations get updated when the tools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FOUNDATIONS · CH.1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What is actually new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Every prior tool — the IDE, the debugger, the LSP, autocomplete — sat next to your code. You held the pen.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Agentic coding is categorically different: the agent reads, plans, edits files, runs commands, observes output, iterates.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You are no longer typing. You are briefing.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skill shifts — from “how do I write the code” to “how do I describe the outcome, scope the work, and verify the result.”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This is not a productivity multiplier on the old skill. It is a different skill.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FOUNDATIONS · CH.1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10x is not faster typing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People who are 10x faster with an agent are not typing faster. They are: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Briefing better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Scoping tighter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Catching the agent’s failure modes earlier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People who are underwhelmed usually have not shifted modes — still typing, with the agent as a fancy autocomplete.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rest of this talk is about making that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0" b="1" i="0">
                <a:solidFill>
                  <a:srgbClr val="2A2E42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1188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The 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64608"/>
            <a:ext cx="164592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9594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0" i="0">
                <a:solidFill>
                  <a:srgbClr val="C8CCD4"/>
                </a:solidFill>
                <a:latin typeface="Arial"/>
              </a:rPr>
              <a:t>One window. Everything the model sees. Every technique in this talk is a consequence of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THE ONE DIAGRAM EVERYTHING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context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65376"/>
            <a:ext cx="10509199" cy="3419856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865376"/>
            <a:ext cx="10509199" cy="475488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1050919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THE CONTEXT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828032"/>
            <a:ext cx="10509199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828032"/>
            <a:ext cx="1050919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Everything the model sees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" y="2578608"/>
            <a:ext cx="3076346" cy="877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7008" y="2578608"/>
            <a:ext cx="54864" cy="8778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2578608"/>
            <a:ext cx="2747162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202124"/>
                </a:solidFill>
                <a:latin typeface="Arial"/>
              </a:rPr>
              <a:t>System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7674" y="2578608"/>
            <a:ext cx="3076346" cy="877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57674" y="2578608"/>
            <a:ext cx="54864" cy="8778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8842" y="2578608"/>
            <a:ext cx="2747162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202124"/>
                </a:solidFill>
                <a:latin typeface="Arial"/>
              </a:rPr>
              <a:t>Your brief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8340" y="2578608"/>
            <a:ext cx="3076346" cy="877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8340" y="2578608"/>
            <a:ext cx="54864" cy="8778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9508" y="2578608"/>
            <a:ext cx="2747162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202124"/>
                </a:solidFill>
                <a:latin typeface="Arial"/>
              </a:rPr>
              <a:t>Files the agent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8" y="3712464"/>
            <a:ext cx="3076346" cy="877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7008" y="3712464"/>
            <a:ext cx="54864" cy="8778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8176" y="3712464"/>
            <a:ext cx="2747162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202124"/>
                </a:solidFill>
                <a:latin typeface="Arial"/>
              </a:rPr>
              <a:t>Tool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7674" y="3712464"/>
            <a:ext cx="3076346" cy="877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57674" y="3712464"/>
            <a:ext cx="54864" cy="8778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8842" y="3712464"/>
            <a:ext cx="2747162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202124"/>
                </a:solidFill>
                <a:latin typeface="Arial"/>
              </a:rPr>
              <a:t>The agent's own plans and notes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8340" y="3712464"/>
            <a:ext cx="3076346" cy="877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8340" y="3712464"/>
            <a:ext cx="54864" cy="87782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9508" y="3712464"/>
            <a:ext cx="2747162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202124"/>
                </a:solidFill>
                <a:latin typeface="Arial"/>
              </a:rPr>
              <a:t>Intermediate outputs + your follow-ups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522976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5522976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6" y="5522976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The agent has exactly one input: this window.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THE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One input, no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model has no memory of prior sessions — unless you give it one (memory systems, later in this talk).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It cannot “just know” anything about your codebase that is not either: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In the window, or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Fetchable by a tool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Most “the agent is confused” complaints reduce to: the relevant thing is not in the window — or the window is so full it got crowded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THE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This explains everything that goes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“It forgot what we decided.”  →  The decision was not in the window, or got crowded out by later content.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“It keeps making the same mistake.”  →  The correction is there, but buried under 40k tokens of file reads.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“It invented a function that doesn’t exist.”  →  The real function is in a file it never read. Inventing was the only 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Every technique is about controlling what is in the window — for how long, at what 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THE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What “agentic” actually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An agent is an LLM in a loop. Each turn: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1  ·  It sees the current context window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2  ·  It decides: respond with text, call a tool, or stop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3  ·  If it called a tool, the result is appended to the window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4  ·  Go to 1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“Tools” here means file reads, file edits, shell commands, web search, MCP calls, subagent spawns — anything the runtime exposes.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THE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runtime matters as much as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When people say an agent is “smart” or “dumb,” they are describing how well that loop converges on a useful outcome.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Raw model capability matters — but so does the runtime: tool selection, permissions, context discipline, memory, hooks.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A strong model with a weak runtime underperforms a weak model with a strong runtime — on almost any real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Intelligence is not the bottleneck. Context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0" b="1" i="0">
                <a:solidFill>
                  <a:srgbClr val="2A2E42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1188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The Google-First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64608"/>
            <a:ext cx="164592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9594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0" i="0">
                <a:solidFill>
                  <a:srgbClr val="C8CCD4"/>
                </a:solidFill>
                <a:latin typeface="Arial"/>
              </a:rPr>
              <a:t>Gemini CLI as the default. Google Antigravity when parallelism is the point. The concepts carry across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LANDSCAPE · CH.2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landscape, without the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Forget feature-by-feature comparison matrices — they go stale in weeks. Four axes actually matter: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Surface area — terminal CLI, IDE, or web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Control granularity — confirm-each-call vs autonomous bursts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Ecosystem fit — what does it compose with: your cloud, your stack, your tools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Model strategy — single-vendor, multi-model, or bring-your-own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Every product choice reduces to those four. The rest is UX polish.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LANDSCAPE · CH.2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Gemini CLI — the default if you are in or near Google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Surface: terminal. Control: per-call by default, plus Plan Mode for review-then-execute.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Ecosystem: native to Google Cloud — Vertex AI, BigQuery, Cloud Functions, Cloud Workstations, Firebase Studio.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Model: Gemini 3 Pro / Flash by default; Vertex Model Garden unlocks Gemma, Qwen, DeepSeek, Llama.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Best at: anything that composes with Google Cloud, shell-heavy workflows, free-tier exploration.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Install in one line:   npm install -g @google/gemini-cli   →  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ANTIGRAVITY · CH.19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Google Antigravity — the agentic 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Announced 18 Nov 2025 alongside Gemini 3. Not a CLI, not a traditional IDE — an agent-first environment on a VS Code fork.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Two views you live in: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Editor — familiar VS Code-style editing, for inspecting and refining code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Manager (“Mission Control”) — spawn and monitor multiple autonomous agents, each in its own workspace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Default model is Gemini 3; Claude and GPT-OSS are also selectable per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ANTIGRAVITY · CH.19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mental-model shift with Antigravity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With a CLI you run a session: prompt, the agent works, you review, you prompt again.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With Antigravity you run a queue of agents: describe work, an agent spawns in its own workspace, you review artifacts — while briefing the next task.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analogy that helps: Antigravity is to agentic coding what CI is to local testing. The work happens elsewhere; you watch outcomes, not keystrokes.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Parallelism is the default, not the exception — up to 5 agents at once in Mission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ANTIGRAVITY · CH.19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You review artifacts, not transcripts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agent’s work surfaces as named, reviewable outputs — they replace the CLI’s transcript: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Task List  ·  Implementation Plan  ·  Code Diffs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Screenshots  ·  Browser Recordings  ·  Walkthroughs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Browser subagent — drives Chrome to verify a UI renders, investigate web-app bugs, and record reproductions.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Customization layer: Rules (policy), Workflows (reusable procedures), Skills (named capabilities), Allowlists.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ANTIGRAVITY VS GEMINI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When to reach for which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75104"/>
            <a:ext cx="5048859" cy="475488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Reach for Antigravity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E88A00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Parallel, independent tasks you want to fan out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E88A00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GUI-friendly onboarding for a less terminal-heavy teammate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E88A00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You want to watch the agent drive a browser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E88A00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Gemini 3 specifically matters for the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1587" y="1975104"/>
            <a:ext cx="5048859" cy="47548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7619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Reach for Gemini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195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A tight, iterative loop on a single problem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CI-like automation and scripting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Heavy MCP ecosystem usage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A73E8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Free-tier exploration and shell-heavy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Both, for most serious users. The durable concepts carry across either surface.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0" b="1" i="0">
                <a:solidFill>
                  <a:srgbClr val="2A2E42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1188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Briefing, Not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64608"/>
            <a:ext cx="164592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9594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0" i="0">
                <a:solidFill>
                  <a:srgbClr val="C8CCD4"/>
                </a:solidFill>
                <a:latin typeface="Arial"/>
              </a:rPr>
              <a:t>The skill shift that explains most of the variance between “the agent is magic” and “the agent is useless.”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PROMPTING · CH.3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From prompt to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Prompting a chat model is a single-turn transaction: you ask, it answers, you judge.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Briefing an agent is a multi-turn commitment: you describe an outcome; it reads, plans, edits, runs, iterates; you supervise and redirect.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input is not a prompt — it is a working agreement the agent returns to across dozens of turns. Two consequences: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Clarity compounds — a vague brief drifts exponentially across every tool call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What you leave out matters as much as what you put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PROMPTING · CH.3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four parts of a good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93392"/>
            <a:ext cx="10509199" cy="3246120"/>
          </a:xfrm>
          <a:prstGeom prst="roundRect">
            <a:avLst>
              <a:gd name="adj" fmla="val 4500"/>
            </a:avLst>
          </a:prstGeom>
          <a:solidFill>
            <a:srgbClr val="1B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194560"/>
            <a:ext cx="9686239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50" b="1" i="0">
                <a:solidFill>
                  <a:srgbClr val="1A73E8"/>
                </a:solidFill>
                <a:latin typeface="Consolas"/>
              </a:rPr>
              <a:t>## Outcome</a:t>
            </a:r>
          </a:p>
          <a:p>
            <a:pPr>
              <a:lnSpc>
                <a:spcPct val="118000"/>
              </a:lnSpc>
            </a:pPr>
            <a:r>
              <a:rPr sz="1550" b="0" i="0">
                <a:solidFill>
                  <a:srgbClr val="E6E8F0"/>
                </a:solidFill>
                <a:latin typeface="Consolas"/>
              </a:rPr>
              <a:t>   What "done" looks like — concretely, verifiably.</a:t>
            </a:r>
          </a:p>
          <a:p>
            <a:pPr>
              <a:lnSpc>
                <a:spcPct val="118000"/>
              </a:lnSpc>
            </a:pPr>
            <a:r>
              <a:rPr sz="1550" b="0" i="0">
                <a:solidFill>
                  <a:srgbClr val="E6E8F0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50" b="1" i="0">
                <a:solidFill>
                  <a:srgbClr val="1A73E8"/>
                </a:solidFill>
                <a:latin typeface="Consolas"/>
              </a:rPr>
              <a:t>## Scope</a:t>
            </a:r>
          </a:p>
          <a:p>
            <a:pPr>
              <a:lnSpc>
                <a:spcPct val="118000"/>
              </a:lnSpc>
            </a:pPr>
            <a:r>
              <a:rPr sz="1550" b="0" i="0">
                <a:solidFill>
                  <a:srgbClr val="E6E8F0"/>
                </a:solidFill>
                <a:latin typeface="Consolas"/>
              </a:rPr>
              <a:t>   What to touch — and, more importantly, what NOT to.</a:t>
            </a:r>
          </a:p>
          <a:p>
            <a:pPr>
              <a:lnSpc>
                <a:spcPct val="118000"/>
              </a:lnSpc>
            </a:pPr>
            <a:r>
              <a:rPr sz="1550" b="0" i="0">
                <a:solidFill>
                  <a:srgbClr val="E6E8F0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50" b="1" i="0">
                <a:solidFill>
                  <a:srgbClr val="1A73E8"/>
                </a:solidFill>
                <a:latin typeface="Consolas"/>
              </a:rPr>
              <a:t>## Constraints</a:t>
            </a:r>
          </a:p>
          <a:p>
            <a:pPr>
              <a:lnSpc>
                <a:spcPct val="118000"/>
              </a:lnSpc>
            </a:pPr>
            <a:r>
              <a:rPr sz="1550" b="0" i="0">
                <a:solidFill>
                  <a:srgbClr val="E6E8F0"/>
                </a:solidFill>
                <a:latin typeface="Consolas"/>
              </a:rPr>
              <a:t>   Non-goals. Conventions. Things the agent can't derive.</a:t>
            </a:r>
          </a:p>
          <a:p>
            <a:pPr>
              <a:lnSpc>
                <a:spcPct val="118000"/>
              </a:lnSpc>
            </a:pPr>
            <a:r>
              <a:rPr sz="1550" b="0" i="0">
                <a:solidFill>
                  <a:srgbClr val="E6E8F0"/>
                </a:solidFill>
                <a:latin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50" b="1" i="0">
                <a:solidFill>
                  <a:srgbClr val="1A73E8"/>
                </a:solidFill>
                <a:latin typeface="Consolas"/>
              </a:rPr>
              <a:t>## Verification</a:t>
            </a:r>
          </a:p>
          <a:p>
            <a:pPr>
              <a:lnSpc>
                <a:spcPct val="118000"/>
              </a:lnSpc>
            </a:pPr>
            <a:r>
              <a:rPr sz="1550" b="0" i="0">
                <a:solidFill>
                  <a:srgbClr val="E6E8F0"/>
                </a:solidFill>
                <a:latin typeface="Consolas"/>
              </a:rPr>
              <a:t>   How you'll both know it is actually 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495544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5495544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5495544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All four parts is usually 4–8 sentences. That is the right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PROMPTING · CH.3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Same task. Radically different trajectory.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75104"/>
            <a:ext cx="5048859" cy="475488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Bad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“The API is too slow on the users endpoint, make it faster.”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One sentence, no structure.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Nothing concrete to verify against.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The agent fills the blanks with its prior — usually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1587" y="1975104"/>
            <a:ext cx="5048859" cy="47548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7619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Good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195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Outcome: GET /users/:id p95 latency under 100ms in staging.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Scope: two named files; new tests allowed.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Constraints: no caching yet; don’t change the response shape.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Verification: run the bench, show p50 / p95 / p99.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The difference between a 30-minute focused session and a 3-hour drift.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PROMPTING · CH.3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spec-first habit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For anything bigger than “rename this variable,” write the brief in a file before you paste it.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It forces you to think through outcome / scope / non-goals / acceptance criteria — before you are watching the agent move and tolerating ambiguity.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Keep specs under version control in specs/. A few paragraphs — it is not a design doc, do not over-engineer it.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Teams that do this ship with markedly lower rollback rates than teams that freestyle every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Spec-first is the single most impactful habit you can adopt.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PROMPTING · CH.3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Durable patterns — they hold across tools and model generations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Plan before edit — “tell me the plan, do not edit anything yet.” It is cheaper to fix a plan than a diff.  (gemini --plan)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Explore first, read narrowly — “find the 3 files most relevant to X, then read only those.”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Use structure — pick Markdown headings or XML tags and be consistent. It is how the model finds each part 30 turns later.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Name the unit of work — every session is about one thing. Say what it is, at the top.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Refer to things by their real names — file paths, function names, line numbers. The agent can grep.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PROMPTING · CH.3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Anti-patterns you will do — everyone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75104"/>
            <a:ext cx="5048859" cy="475488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“Please could you kindly, when you get a chance…” — polite padding burns tokens and reads as noise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Stacked asks — “fix the bug, add retries, clean up logging, update the README” is four tasks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“Do whatever you think is best” — delegating judgment to something without your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1587" y="1975104"/>
            <a:ext cx="5048859" cy="47548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7619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Do instead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195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Be direct. The model is not offended.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Split into four sessions — each is faster and better than the combined attempt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Scope the latitude: “I don’t care about X, pick anything reasonable”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When the agent goes wrong, do not pile on corrections. Fix the brief. Start fresh.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0" b="1" i="0">
                <a:solidFill>
                  <a:srgbClr val="2A2E42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1188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Memory &amp; Context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64608"/>
            <a:ext cx="164592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9594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0" i="0">
                <a:solidFill>
                  <a:srgbClr val="C8CCD4"/>
                </a:solidFill>
                <a:latin typeface="Arial"/>
              </a:rPr>
              <a:t>Durable context in, noise out — and a clear-eyed look at where the money actually goes.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MEMORY · CH.4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Memory — durable context without re-briefing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model has no persistent state. Every new session starts with an empty window.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Memory in an agentic CLI is just files the tool reads into context automatically. No vector store, no embedding search, no magic.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Three-tier hierarchy — the same concept in every tool; GEMINI.md is one realization: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User / global — your personal preferences, on every project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Project / shared — build &amp; test commands, architecture facts, conventions — committed to git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Nested / path-scoped — rules for one directory, loaded on demand when the agent touches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The highest-leverage thing you can do after learning to brief well.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MEMORY · CH.4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What goes in a memory file — and what does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75104"/>
            <a:ext cx="5048859" cy="47548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Put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Build / test / run commands, with their real names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Architecture one-liners — three sentences save fifty tool calls of exploration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Conventions the agent will not infer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1E8E3E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Non-goals — “do not add dependencies without asking”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975104"/>
            <a:ext cx="5048859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1587" y="1975104"/>
            <a:ext cx="5048859" cy="475488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7619" y="1975104"/>
            <a:ext cx="45916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Arial"/>
              </a:rPr>
              <a:t>Keep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195" y="2651760"/>
            <a:ext cx="4481931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Secrets, API keys, tokens — memory files get committed and logged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Bulk documentation — link to it, do not inline it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sz="1400" b="1" i="0">
                <a:solidFill>
                  <a:srgbClr val="D93A2B"/>
                </a:solidFill>
                <a:latin typeface="Arial"/>
              </a:rPr>
              <a:t>▸  </a:t>
            </a:r>
            <a:r>
              <a:rPr sz="1450" b="0" i="0">
                <a:solidFill>
                  <a:srgbClr val="202124"/>
                </a:solidFill>
                <a:latin typeface="Arial"/>
              </a:rPr>
              <a:t>Transient state — “working on X, due Friday” goes stale, and stale context actively misleads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Think onboarding doc for a senior engineer: specific, terse, load-bearing. Not a novel. Under 200 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CONTEXT ROT · 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Context rot — why long sessions get dumber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model did not get dumber. Your context got dirtier.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window is finite; every tool call, file read, and aborted “let me try” stays in it. The symptoms look like forgetfulness; the cause is attention dilution.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four symptoms — if you see two in one session, stop. Do not push through: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Repetition — re-suggests a change it already made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Confident invention — a function name that does not exist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Drift — a one-thing fix now touches seven files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Hedging — “this should work,” “usually this pattern…”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CONTEXT ROT · CH.9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Signal vs noise — the habits that push rot out 10x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End sessions at task boundaries — a fresh context is a feature, not a cost. Default to fresh.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Compact aggressively — not when you are out of space, but when signal-to-noise drops. Compact with a hint.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Checkpoint decisions into durable files — specs/, docs/decisions/, memory — so nothing load-bearing is lost.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Read narrowly — every unnecessary full-file read is a context tax.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Delegate exploration to subagents — they burn their own context; yours stays clean.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One concern at a time — scope creep is a context killer.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SAVING TOKENS · CH.10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Where the tokens actually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File reads dominate — a 1,000-line file is 3–8k tokens; do that twenty times and you are past 100k.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Tool descriptions — every MCP server, skill, and command sits in the header of every single turn.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Intermediate reasoning, verbose tool output, memory files — all compound across the session.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Notice what is NOT on the list: the actual code changes. Writing a file is cheap.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Reading files is expensive. Writing them is cheap. That asymmetry is the core economic insight.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SUBAGENTS · CH.11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Subagents — the heaviest single lever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A subagent is a second agent instance — its own context window, its own narrow task. It returns a summary.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Two things make them powerful: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Context isolation — heavy reads happen elsewhere; your session stays sharp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Parallelism — several can work independent pieces at once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Two things make them dangerous: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They still cost tokens — you moved the cost off your screen, not away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Parallelism magnifies mistakes — a misbriefed subagent burns tokens fast, four at a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Brief a subagent like a contractor: outcome, scope, constraints, verification — and what NOT to return.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0" b="1" i="0">
                <a:solidFill>
                  <a:srgbClr val="2A2E42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1188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Putting It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64608"/>
            <a:ext cx="164592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9594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0" i="0">
                <a:solidFill>
                  <a:srgbClr val="C8CCD4"/>
                </a:solidFill>
                <a:latin typeface="Arial"/>
              </a:rPr>
              <a:t>The workflows are applications of everything so far — not new techniques.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WORKFLOWS · CH.21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A long-horizon workflow that does not rot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900" b="1" i="0">
                <a:solidFill>
                  <a:srgbClr val="1A73E8"/>
                </a:solidFill>
                <a:latin typeface="Arial"/>
              </a:rPr>
              <a:t>1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Start — memory loaded, narrow goal, minimal brief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900" b="1" i="0">
                <a:solidFill>
                  <a:srgbClr val="1A73E8"/>
                </a:solidFill>
                <a:latin typeface="Arial"/>
              </a:rPr>
              <a:t>2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Explore — subagent-delegated; you get back a summary, not 40 file reads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900" b="1" i="0">
                <a:solidFill>
                  <a:srgbClr val="1A73E8"/>
                </a:solidFill>
                <a:latin typeface="Arial"/>
              </a:rPr>
              <a:t>3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Plan — the agent produces a plan in plan mode; you review; checkpoint it to a file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900" b="1" i="0">
                <a:solidFill>
                  <a:srgbClr val="1A73E8"/>
                </a:solidFill>
                <a:latin typeface="Arial"/>
              </a:rPr>
              <a:t>4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Implement one phase — one logical chunk, run the tests, commit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900" b="1" i="0">
                <a:solidFill>
                  <a:srgbClr val="1A73E8"/>
                </a:solidFill>
                <a:latin typeface="Arial"/>
              </a:rPr>
              <a:t>5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Compact or restart — with a hint: “keep the plan and the commit summary; drop the tool output”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900" b="1" i="0">
                <a:solidFill>
                  <a:srgbClr val="1A73E8"/>
                </a:solidFill>
                <a:latin typeface="Arial"/>
              </a:rPr>
              <a:t>6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Repeat — for phase 2, phase 3…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A 4-hour task never becomes a 4-hour session — it becomes 3–5 short, clean sessions chained through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WORKFLOWS · CH.21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Six playbooks — what they all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Bug triage · multi-file migration · spec-to-shipped · on-call triage · research-driven decision · PR review at scale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Read the briefs and notice what repeats: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Four-part structure — outcome, scope, constraints, deliver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Plan-first and approval checkpoints almost everywhere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An explicit “do not do X” where X is the obvious-but-wrong move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A named, committable artifact at the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The workflows are applications of everything so far. Writing one from scratch every session means the habits are not built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TESTING · CH.16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One trap worth naming: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failure mode of AI-assisted testing: tests that compile, run, pass — and tell you nothing about whether the feature works.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Two patterns to brief against: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Test-the-implementation — asserts the branches it just saw; coupled to the code, not the contract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0" i="0">
                <a:solidFill>
                  <a:srgbClr val="5F6368"/>
                </a:solidFill>
                <a:latin typeface="Arial"/>
              </a:rPr>
              <a:t>        –   </a:t>
            </a:r>
            <a:r>
              <a:rPr sz="1550" b="0" i="0">
                <a:solidFill>
                  <a:srgbClr val="5F6368"/>
                </a:solidFill>
                <a:latin typeface="Arial"/>
              </a:rPr>
              <a:t>Test-the-happy-path-only — real bugs hide at boundaries: empty, max length, unicode, null, timeout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Brief for it: test from the contract, plan before code, match the existing style, run the tests — and if they fail, stop. Do not soften the test to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Tests are only useful if they can fail when the code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3035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A73E8"/>
                </a:solidFill>
                <a:latin typeface="Arial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4124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000" b="1" i="0">
                <a:solidFill>
                  <a:srgbClr val="202124"/>
                </a:solidFill>
                <a:latin typeface="Arial"/>
              </a:rPr>
              <a:t>The whole thing,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700784"/>
            <a:ext cx="1417320" cy="5029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50919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The agent has one input: the context window. Everything else is a consequence.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Stop typing, start briefing — outcome, scope, constraints, verification. Spec-first for anything non-trivial.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Move durable context into memory files. Keep them terse and load-bearing.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Protect signal-to-noise: end at task boundaries, read narrowly, delegate, compact.</a:t>
            </a:r>
          </a:p>
          <a:p>
            <a:pPr>
              <a:lnSpc>
                <a:spcPct val="106000"/>
              </a:lnSpc>
              <a:spcBef>
                <a:spcPts val="200"/>
              </a:spcBef>
              <a:spcAft>
                <a:spcPts val="900"/>
              </a:spcAft>
            </a:pPr>
            <a:r>
              <a:rPr sz="1800" b="1" i="0">
                <a:solidFill>
                  <a:srgbClr val="1A73E8"/>
                </a:solidFill>
                <a:latin typeface="Arial"/>
              </a:rPr>
              <a:t>▸   </a:t>
            </a:r>
            <a:r>
              <a:rPr sz="1850" b="0" i="0">
                <a:solidFill>
                  <a:srgbClr val="202124"/>
                </a:solidFill>
                <a:latin typeface="Arial"/>
              </a:rPr>
              <a:t>Pick the surface for the task — Gemini CLI for the tight loop, Antigravity when parallelism pays.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10509199" cy="713232"/>
          </a:xfrm>
          <a:prstGeom prst="roundRect">
            <a:avLst>
              <a:gd name="adj" fmla="val 4500"/>
            </a:avLst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5504688"/>
            <a:ext cx="64008" cy="7132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5504688"/>
            <a:ext cx="996055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1A73E8"/>
                </a:solidFill>
                <a:latin typeface="Arial"/>
              </a:rPr>
              <a:t>KEY TAKEAWAY   </a:t>
            </a:r>
            <a:r>
              <a:rPr sz="1450" b="1" i="0">
                <a:solidFill>
                  <a:srgbClr val="202124"/>
                </a:solidFill>
                <a:latin typeface="Arial"/>
              </a:rPr>
              <a:t>Concepts stay. Realizations change. Build the habits — the next tool is just a new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F6368"/>
                </a:solidFill>
                <a:latin typeface="Arial"/>
              </a:rPr>
              <a:t>Agile Network India  ·  Bangalore  ·  18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847" y="6437376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F6368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1050919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5600" b="1" i="0">
                <a:solidFill>
                  <a:srgbClr val="FFFFFF"/>
                </a:solidFill>
                <a:latin typeface="Arial"/>
              </a:rPr>
              <a:t>Go ship something.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703320"/>
            <a:ext cx="164592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C8CCD4"/>
                </a:solidFill>
                <a:latin typeface="Arial"/>
              </a:rPr>
              <a:t>The AI Coding Playbook — 21 chapters, concept-first, </a:t>
            </a:r>
            <a:r>
              <a:rPr sz="1800" b="1" i="0">
                <a:solidFill>
                  <a:srgbClr val="C8CCD4"/>
                </a:solidFill>
                <a:latin typeface="Arial"/>
              </a:rPr>
              <a:t>every example runnable.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5F6368"/>
                </a:solidFill>
                <a:latin typeface="Arial"/>
              </a:rPr>
              <a:t>Concepts stay. Realizations change. Build the habits — the next tool is just a new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Thank you.   </a:t>
            </a:r>
            <a:r>
              <a:rPr sz="1300" b="1" i="0">
                <a:solidFill>
                  <a:srgbClr val="1A73E8"/>
                </a:solidFill>
                <a:latin typeface="Arial"/>
              </a:rPr>
              <a:t>Vikas Mishra  ·  vikasmishra.ai  ·  Agile Network India  ·  Bangalore  ·  18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